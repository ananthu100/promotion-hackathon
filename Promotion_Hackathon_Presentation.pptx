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742" y="2567672"/>
            <a:ext cx="8229600" cy="1143000"/>
          </a:xfrm>
        </p:spPr>
        <p:txBody>
          <a:bodyPr/>
          <a:lstStyle/>
          <a:p>
            <a:r>
              <a:rPr dirty="0"/>
              <a:t>Employee Promotion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this project is to predict whether an employee will be promoted by leveraging historical employee performance and demographic data using machine learning models.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Analyzed employee performance data, applied preprocessing and feature engineering to improve data quality, built a robust </a:t>
            </a:r>
            <a:r>
              <a:rPr lang="en-US" dirty="0" err="1"/>
              <a:t>XGBoost</a:t>
            </a:r>
            <a:r>
              <a:rPr lang="en-US" dirty="0"/>
              <a:t> prediction model, and delivered the solution through a REST API and an interactive web interface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Model:</a:t>
            </a:r>
            <a:r>
              <a:rPr lang="en-US" dirty="0"/>
              <a:t> Extreme Gradient Boosting (</a:t>
            </a:r>
            <a:r>
              <a:rPr lang="en-US" dirty="0" err="1"/>
              <a:t>XGBoost</a:t>
            </a:r>
            <a:r>
              <a:rPr lang="en-US" dirty="0"/>
              <a:t>) Classifier</a:t>
            </a:r>
            <a:br>
              <a:rPr lang="en-US" dirty="0"/>
            </a:br>
            <a:r>
              <a:rPr lang="en-US" b="1" dirty="0"/>
              <a:t>Evaluation Metric:</a:t>
            </a:r>
            <a:r>
              <a:rPr lang="en-US" dirty="0"/>
              <a:t> Area Under the ROC Curve (AUC), achieving strong predictive performance on the validation dataset.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endpoint returning promotion probability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6B87B-1126-4166-94FB-A2A9FBA74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50" y="2809736"/>
            <a:ext cx="6931538" cy="3316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BA6F6F-4EE2-443E-8707-26297F35F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742" y="396013"/>
            <a:ext cx="8229600" cy="2511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3A6C7-3E77-49E2-881A-484CE3BD4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74" y="3950317"/>
            <a:ext cx="8229600" cy="233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5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Streamlit</a:t>
            </a:r>
            <a:r>
              <a:rPr dirty="0"/>
              <a:t> UI for user input and prediction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8F857-4854-4B4F-A545-8D435249F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78" y="2351190"/>
            <a:ext cx="8517044" cy="40310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448FE5-5118-4861-A675-99DCBC4DC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3338" y="306323"/>
            <a:ext cx="6717323" cy="31367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0DA5E5-5973-46C2-980E-EEB51BD0B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77" y="4244637"/>
            <a:ext cx="8867646" cy="242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24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end-to-end machine learning solution was successfully designed, implemented, and demonstrated, covering data processing, model development, and deployment through a scalable API and web interface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148</Words>
  <Application>Microsoft Office PowerPoint</Application>
  <PresentationFormat>On-screen Show (4:3)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Employee Promotion Prediction</vt:lpstr>
      <vt:lpstr>Problem Statement</vt:lpstr>
      <vt:lpstr>Approach</vt:lpstr>
      <vt:lpstr>Model &amp; Evaluation</vt:lpstr>
      <vt:lpstr>API Output</vt:lpstr>
      <vt:lpstr>PowerPoint Presentation</vt:lpstr>
      <vt:lpstr>Streamlit UI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Promotion Prediction</dc:title>
  <dc:subject/>
  <dc:creator/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2026-01-04T07:50:53Z</dcterms:modified>
  <cp:category/>
</cp:coreProperties>
</file>